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68CC"/>
    <a:srgbClr val="0D0C16"/>
    <a:srgbClr val="14121C"/>
    <a:srgbClr val="0D0C12"/>
    <a:srgbClr val="0A0915"/>
    <a:srgbClr val="06001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628CE5-B226-499C-BD3C-E981A131DC45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3AA95-FC74-4EB0-8DAF-CC87085178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94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 smtClean="0"/>
              <a:t>радеек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D3AA95-FC74-4EB0-8DAF-CC87085178D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253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 smtClean="0"/>
              <a:t>яреек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D3AA95-FC74-4EB0-8DAF-CC87085178D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5021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 smtClean="0"/>
              <a:t>яреек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D3AA95-FC74-4EB0-8DAF-CC87085178D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5952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 smtClean="0"/>
              <a:t>криис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D3AA95-FC74-4EB0-8DAF-CC87085178D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33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D3AA95-FC74-4EB0-8DAF-CC87085178D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3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6336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44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19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83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9608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87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79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9049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893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6120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13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C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20D73-3334-4ADB-ADA2-7270C53DE40E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69F43-3CFC-4C32-B7FA-11A98509C1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500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48090" y="247580"/>
            <a:ext cx="55446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>
                <a:solidFill>
                  <a:schemeClr val="bg1"/>
                </a:solidFill>
              </a:rPr>
              <a:t>Модель для обнаружения </a:t>
            </a:r>
            <a:endParaRPr lang="en-US" sz="3600" b="1" dirty="0" smtClean="0">
              <a:solidFill>
                <a:schemeClr val="bg1"/>
              </a:solidFill>
            </a:endParaRPr>
          </a:p>
          <a:p>
            <a:r>
              <a:rPr lang="ru-RU" sz="3600" b="1" dirty="0" smtClean="0">
                <a:solidFill>
                  <a:schemeClr val="bg1"/>
                </a:solidFill>
              </a:rPr>
              <a:t>аномалий </a:t>
            </a:r>
            <a:r>
              <a:rPr lang="ru-RU" sz="3600" b="1" dirty="0">
                <a:solidFill>
                  <a:schemeClr val="bg1"/>
                </a:solidFill>
              </a:rPr>
              <a:t>в числовых </a:t>
            </a:r>
            <a:endParaRPr lang="en-US" sz="3600" b="1" dirty="0" smtClean="0">
              <a:solidFill>
                <a:schemeClr val="bg1"/>
              </a:solidFill>
            </a:endParaRPr>
          </a:p>
          <a:p>
            <a:r>
              <a:rPr lang="ru-RU" sz="3600" b="1" dirty="0" smtClean="0">
                <a:solidFill>
                  <a:schemeClr val="bg1"/>
                </a:solidFill>
              </a:rPr>
              <a:t>последовательностях</a:t>
            </a:r>
            <a:endParaRPr lang="ru-RU" sz="3600" b="1" dirty="0">
              <a:solidFill>
                <a:schemeClr val="bg1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700" y="2204864"/>
            <a:ext cx="5184576" cy="4243902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0" y="980727"/>
            <a:ext cx="1475656" cy="288033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392706" y="993794"/>
            <a:ext cx="1751293" cy="288033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063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144000" cy="1124744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683568" y="208429"/>
            <a:ext cx="8915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</a:rPr>
              <a:t>ГЕНЕРАТОР ДАННЫХ</a:t>
            </a:r>
            <a:endParaRPr lang="ru-RU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114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144000" cy="1124744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611560" y="192571"/>
            <a:ext cx="8915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</a:rPr>
              <a:t>СТАТИСТИЧЕСКИЙ МЕТОД</a:t>
            </a:r>
            <a:endParaRPr lang="ru-RU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899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144000" cy="1124744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625540" y="208429"/>
            <a:ext cx="8915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bg1"/>
                </a:solidFill>
              </a:rPr>
              <a:t>M</a:t>
            </a:r>
            <a:r>
              <a:rPr lang="en-US" sz="4000" b="1" dirty="0" smtClean="0"/>
              <a:t>ACHINE</a:t>
            </a:r>
            <a:r>
              <a:rPr lang="en-US" sz="4000" b="1" dirty="0" smtClean="0">
                <a:solidFill>
                  <a:schemeClr val="bg1"/>
                </a:solidFill>
              </a:rPr>
              <a:t> L</a:t>
            </a:r>
            <a:r>
              <a:rPr lang="en-US" sz="4000" b="1" dirty="0" smtClean="0"/>
              <a:t>EARNING</a:t>
            </a:r>
            <a:r>
              <a:rPr lang="en-US" sz="4000" b="1" dirty="0" smtClean="0">
                <a:solidFill>
                  <a:schemeClr val="bg1"/>
                </a:solidFill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</a:rPr>
              <a:t>МЕТОДЫ</a:t>
            </a:r>
            <a:endParaRPr lang="ru-RU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1153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144000" cy="1124744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611560" y="208429"/>
            <a:ext cx="8915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</a:rPr>
              <a:t>ПОЛЬЗОВАТЕЛЬСКИЙ ИНТЕРФЕЙС</a:t>
            </a:r>
            <a:endParaRPr lang="ru-RU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627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144000" cy="1124744"/>
          </a:xfrm>
          <a:prstGeom prst="rect">
            <a:avLst/>
          </a:prstGeom>
          <a:solidFill>
            <a:srgbClr val="6D6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683568" y="235703"/>
            <a:ext cx="8915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</a:rPr>
              <a:t>ВЫВОД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3568" y="2492896"/>
            <a:ext cx="79928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</a:rPr>
              <a:t>Мы очень крутые </a:t>
            </a:r>
            <a:r>
              <a:rPr lang="ru-RU" sz="4000" b="1" dirty="0" err="1" smtClean="0">
                <a:solidFill>
                  <a:schemeClr val="bg1"/>
                </a:solidFill>
              </a:rPr>
              <a:t>йоу</a:t>
            </a:r>
            <a:endParaRPr lang="ru-RU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774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1814</TotalTime>
  <Words>30</Words>
  <Application>Microsoft Office PowerPoint</Application>
  <PresentationFormat>Экран (4:3)</PresentationFormat>
  <Paragraphs>18</Paragraphs>
  <Slides>6</Slides>
  <Notes>5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Кристина Кудрина</dc:creator>
  <cp:lastModifiedBy>Кристина Кудрина</cp:lastModifiedBy>
  <cp:revision>6</cp:revision>
  <dcterms:created xsi:type="dcterms:W3CDTF">2026-05-10T11:59:21Z</dcterms:created>
  <dcterms:modified xsi:type="dcterms:W3CDTF">2026-05-11T18:13:43Z</dcterms:modified>
</cp:coreProperties>
</file>